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2" r:id="rId3"/>
    <p:sldId id="263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B23A8-2401-4D20-BFBC-9C4814751C2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B17FE9-E088-4279-93C5-01701614A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219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A06024-B994-1813-C9B1-EAE76C3CE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1B3689-E6F1-935D-B71D-57EEA31C7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BA438A-0758-2825-548F-88A621E2B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8FBB68-AF0B-20FD-5A3D-34B3866CA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E1D7B9-CB4E-6AC9-0415-199FB3904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154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7011B7-93E7-EF09-D3A2-7B78B950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2C3424-F20B-CC91-B3D3-1883B6785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F8BFEE-CEDD-C7FF-E4C4-0481AD5E1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506211-A7F9-71B4-3F59-3D23FCFF7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8586DE-6892-3E86-9CD8-18CC61C95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906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542917-D967-B7B4-3D81-4C0F4AA6A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5819EB-AAAE-740C-AF63-F79737C24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38A31E-299D-DDDE-6A56-CA8AE40C0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1B6EF5-3209-12F7-D2DD-2127E5DF2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8394FD-33E5-EF4D-1D0D-D362CD85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251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D51066-6678-D717-A3A7-96FB97B6E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0DA498-BC60-F740-0D5E-9170F18DCF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9169FB-CAE4-F926-3570-9C0CE4047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DFEC4B-144C-1776-A2D5-63D7A740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3F02F9-4042-8256-D673-D4030C06E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F25737-0CF0-F2FD-D519-78531877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857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3D3C67-2C82-09EA-2030-3EB4257AC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E91C07-BD75-8713-72B9-86498E28B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59AD1D-AF63-743A-D192-3132CEB2C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23E2AA-37C2-AA90-93F2-E633A5620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BC523A-333D-9D90-029C-9706987A10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1E488C-3AF9-B044-C19C-37A68FC14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3EF37C-4A21-F985-1456-D5F4CAF38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EE50C3C-BD47-C95D-5912-B855A4005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2016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EA43BC-F8B2-DAF3-B964-1BFC998D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7B22E9C-6C13-6D1D-F7AD-C9AF7AE5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53A3E6-4667-C781-448B-FE875795C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A99A6A-7257-48F2-084D-63786944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815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978F751-F86D-305A-3659-CCA29B7DC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1E3E1E-F9E5-1AAF-2996-2BAEB01E9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741EA6-AC8A-C845-FA6D-574B67D7A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658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B59585-F4CE-CC50-E0D9-6CFA9D85B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A774EA-56D3-91CA-B5E0-C6CE061EA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E12B1F-0168-2516-9A1C-13C940C5D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3A5F07-C22B-A7D9-1086-CDDC21C75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DCE111-E74B-DFB1-C9D4-E9F3F831F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E0DA0C-D539-DA99-D901-7F3E88744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40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07029C-543D-08F2-B020-539EF27B4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7890C5E-0B4C-F936-5043-16D71DCEB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CF633B-DCDB-7317-7D0B-B084385E5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8AD491-9599-1453-A3F2-CDBF9A2B8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ABFC63-D98D-C11C-8F8B-EE15FCDD3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F4C80A-10FF-3F58-68D9-CC30F2066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844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45FCF-D2D6-0B87-FA47-894BB2ED0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D55535-E154-E567-4521-4643C4890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B59E2B-DF51-D51D-1E4D-12AB31C3A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DA58C1-DA94-F575-365F-AEE353D57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6AA22C-05FE-5ACB-0FFE-2FDF91DD8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184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907688A-C20A-9BF4-F61A-D4F11202CD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727447-C8FE-4A82-BFAB-E898FCC76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3A1C25-D089-8EAB-C866-4AF06ACC0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98287-5CFE-6E5C-3CCD-6D6974129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5D8CFD-7D7B-1C93-1CD7-20104483D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343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EF280D-333E-C40A-A6A4-3005BD5CC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F1C4CC-E156-8CEF-4F0E-8641FD7CE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CCCA3F-54D0-E417-1C77-2A36FA0CA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99CC54-0A07-4848-8C7B-9A25DF2AE1AC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928C6D-54C1-D3B8-4C47-FC93C7FE8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17F927-6382-64EE-0B8B-76AB5DEBE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700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4D348-8A80-8AB8-45C1-8126D6CB3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2471"/>
            <a:ext cx="9144000" cy="2387600"/>
          </a:xfrm>
        </p:spPr>
        <p:txBody>
          <a:bodyPr/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2D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게임 프로그래밍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프로젝트 발표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11110E-3099-C226-6BCB-3D893E0B8E0F}"/>
              </a:ext>
            </a:extLst>
          </p:cNvPr>
          <p:cNvSpPr txBox="1"/>
          <p:nvPr/>
        </p:nvSpPr>
        <p:spPr>
          <a:xfrm>
            <a:off x="7730829" y="4008705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2022182005 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김동관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DC4CEF5-3342-82C4-7274-24F41F2F8729}"/>
              </a:ext>
            </a:extLst>
          </p:cNvPr>
          <p:cNvCxnSpPr>
            <a:cxnSpLocks/>
          </p:cNvCxnSpPr>
          <p:nvPr/>
        </p:nvCxnSpPr>
        <p:spPr>
          <a:xfrm>
            <a:off x="2327936" y="3884666"/>
            <a:ext cx="753612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879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5F883-E546-0443-5884-C873F9266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06E7799-83CF-EEB4-69B6-1B8AE9DC016E}"/>
              </a:ext>
            </a:extLst>
          </p:cNvPr>
          <p:cNvCxnSpPr>
            <a:cxnSpLocks/>
          </p:cNvCxnSpPr>
          <p:nvPr/>
        </p:nvCxnSpPr>
        <p:spPr>
          <a:xfrm>
            <a:off x="838200" y="1061678"/>
            <a:ext cx="105156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408F955F-2F52-ECF5-9157-8A8C1CD59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301464"/>
              </p:ext>
            </p:extLst>
          </p:nvPr>
        </p:nvGraphicFramePr>
        <p:xfrm>
          <a:off x="778110" y="1557961"/>
          <a:ext cx="10635781" cy="3937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141">
                  <a:extLst>
                    <a:ext uri="{9D8B030D-6E8A-4147-A177-3AD203B41FA5}">
                      <a16:colId xmlns:a16="http://schemas.microsoft.com/office/drawing/2014/main" val="1466137460"/>
                    </a:ext>
                  </a:extLst>
                </a:gridCol>
                <a:gridCol w="4015099">
                  <a:extLst>
                    <a:ext uri="{9D8B030D-6E8A-4147-A177-3AD203B41FA5}">
                      <a16:colId xmlns:a16="http://schemas.microsoft.com/office/drawing/2014/main" val="3331804118"/>
                    </a:ext>
                  </a:extLst>
                </a:gridCol>
                <a:gridCol w="4015099">
                  <a:extLst>
                    <a:ext uri="{9D8B030D-6E8A-4147-A177-3AD203B41FA5}">
                      <a16:colId xmlns:a16="http://schemas.microsoft.com/office/drawing/2014/main" val="2941106831"/>
                    </a:ext>
                  </a:extLst>
                </a:gridCol>
                <a:gridCol w="946442">
                  <a:extLst>
                    <a:ext uri="{9D8B030D-6E8A-4147-A177-3AD203B41FA5}">
                      <a16:colId xmlns:a16="http://schemas.microsoft.com/office/drawing/2014/main" val="423677182"/>
                    </a:ext>
                  </a:extLst>
                </a:gridCol>
              </a:tblGrid>
              <a:tr h="2708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목표 범위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실제 개발 완료 범위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진척도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158542"/>
                  </a:ext>
                </a:extLst>
              </a:tr>
              <a:tr h="3372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스테이지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파밍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스테이지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유물 스테이지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3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스테이지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파밍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스테이지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유물 스테이지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스테이지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80%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025262"/>
                  </a:ext>
                </a:extLst>
              </a:tr>
              <a:tr h="3372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유물 스테이지 컨셉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각 유물 스테이지마다 다른 컨셉 구현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스테이지 후반에 디펜스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시간 제한 등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등장 몬스터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스테이지 배경 이미지 제외 컨셉이 동일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50%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329042"/>
                  </a:ext>
                </a:extLst>
              </a:tr>
              <a:tr h="3372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총을 사용하는 캐릭터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검을 사용하는 캐릭터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구현 완료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100%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366708"/>
                  </a:ext>
                </a:extLst>
              </a:tr>
              <a:tr h="3372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플레이어 스킬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스킬 포인트를 사용해서 얻는 능력치 강화 및 캐릭터 별 이동 스킬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구현 완료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100%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633132"/>
                  </a:ext>
                </a:extLst>
              </a:tr>
              <a:tr h="3372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무기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무기 제작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강화 시스템 및 무기 스킬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구현 완료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100%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006550"/>
                  </a:ext>
                </a:extLst>
              </a:tr>
              <a:tr h="3372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유물 선택지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습득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흡수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개의 선택지 구현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 (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습득 시 보스 스테이지에 사용할 액티브 스킬 획득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흡수 시 플레이어의 능력치가 대폭 증가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.)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선택에 따라 엔딩에 영향을 주도록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파괴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흡수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개의 선택지로 변경하여 구현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 (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파괴 시 플레이어에게 변화 없음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흡수 시 플레이어의 능력치가 대폭 증가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.)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선택에 따라 엔딩에 영향을 주도록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50%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077002"/>
                  </a:ext>
                </a:extLst>
              </a:tr>
              <a:tr h="3372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스토리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플레이어와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NPC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 대화형 스토리 구현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다양한 곳에서 스토리 재생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엔딩 이전까지 스토리 출력 없음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20%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754876"/>
                  </a:ext>
                </a:extLst>
              </a:tr>
              <a:tr h="3372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유물을 사용해야 하는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개의 큰 패턴 구현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3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종류의 이미지 사용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큰 패턴 없이 단순한 패턴만 존재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 1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종류의 이미지만 사용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20%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333554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9C4EF244-3197-91E4-7A45-FB11B1467011}"/>
              </a:ext>
            </a:extLst>
          </p:cNvPr>
          <p:cNvSpPr txBox="1">
            <a:spLocks/>
          </p:cNvSpPr>
          <p:nvPr/>
        </p:nvSpPr>
        <p:spPr>
          <a:xfrm>
            <a:off x="838200" y="1554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ko-KR" alt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A7B3BB9-64BF-5ACF-B644-35141085B79D}"/>
              </a:ext>
            </a:extLst>
          </p:cNvPr>
          <p:cNvSpPr txBox="1">
            <a:spLocks/>
          </p:cNvSpPr>
          <p:nvPr/>
        </p:nvSpPr>
        <p:spPr>
          <a:xfrm>
            <a:off x="838200" y="-1258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개발 진척도</a:t>
            </a:r>
          </a:p>
        </p:txBody>
      </p:sp>
    </p:spTree>
    <p:extLst>
      <p:ext uri="{BB962C8B-B14F-4D97-AF65-F5344CB8AC3E}">
        <p14:creationId xmlns:p14="http://schemas.microsoft.com/office/powerpoint/2010/main" val="2350739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0878-7F93-6080-4D70-FA95A8DF8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A86E6948-CF17-4D00-28A4-1780F8D26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5835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주별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커밋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횟수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886715D-73F6-AFD1-5D0B-C78633DD6BD9}"/>
              </a:ext>
            </a:extLst>
          </p:cNvPr>
          <p:cNvCxnSpPr>
            <a:cxnSpLocks/>
          </p:cNvCxnSpPr>
          <p:nvPr/>
        </p:nvCxnSpPr>
        <p:spPr>
          <a:xfrm>
            <a:off x="838200" y="1061678"/>
            <a:ext cx="105156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11D0132E-AECD-B5B9-809B-7A9009000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741" y="1125092"/>
            <a:ext cx="8237052" cy="2796395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EB3B58B-DE8D-534A-18DE-FADE0CC00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43445"/>
              </p:ext>
            </p:extLst>
          </p:nvPr>
        </p:nvGraphicFramePr>
        <p:xfrm>
          <a:off x="2256168" y="4153872"/>
          <a:ext cx="8030198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444">
                  <a:extLst>
                    <a:ext uri="{9D8B030D-6E8A-4147-A177-3AD203B41FA5}">
                      <a16:colId xmlns:a16="http://schemas.microsoft.com/office/drawing/2014/main" val="3387726608"/>
                    </a:ext>
                  </a:extLst>
                </a:gridCol>
                <a:gridCol w="5096754">
                  <a:extLst>
                    <a:ext uri="{9D8B030D-6E8A-4147-A177-3AD203B41FA5}">
                      <a16:colId xmlns:a16="http://schemas.microsoft.com/office/drawing/2014/main" val="3331804118"/>
                    </a:ext>
                  </a:extLst>
                </a:gridCol>
              </a:tblGrid>
              <a:tr h="1367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커밋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횟수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158542"/>
                  </a:ext>
                </a:extLst>
              </a:tr>
              <a:tr h="1367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Week of Sep 28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025262"/>
                  </a:ext>
                </a:extLst>
              </a:tr>
              <a:tr h="1367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Week of Oct 19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935376"/>
                  </a:ext>
                </a:extLst>
              </a:tr>
              <a:tr h="1367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Week of Oct 26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834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Week of Nov 2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305633"/>
                  </a:ext>
                </a:extLst>
              </a:tr>
              <a:tr h="1367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Week of Nov 9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35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904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Week of Nov 16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65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19556"/>
                  </a:ext>
                </a:extLst>
              </a:tr>
              <a:tr h="1367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Week of Nov 23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22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868281"/>
                  </a:ext>
                </a:extLst>
              </a:tr>
              <a:tr h="1367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Week of Nov 30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61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734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0992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275</Words>
  <Application>Microsoft Office PowerPoint</Application>
  <PresentationFormat>와이드스크린</PresentationFormat>
  <Paragraphs>58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Noto Sans KR</vt:lpstr>
      <vt:lpstr>맑은 고딕</vt:lpstr>
      <vt:lpstr>Arial</vt:lpstr>
      <vt:lpstr>Office 테마</vt:lpstr>
      <vt:lpstr>2D게임 프로그래밍 최종 프로젝트 발표</vt:lpstr>
      <vt:lpstr>PowerPoint 프레젠테이션</vt:lpstr>
      <vt:lpstr>주별 커밋 횟수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rease P</dc:creator>
  <cp:lastModifiedBy>rease P</cp:lastModifiedBy>
  <cp:revision>39</cp:revision>
  <dcterms:created xsi:type="dcterms:W3CDTF">2025-09-28T18:05:21Z</dcterms:created>
  <dcterms:modified xsi:type="dcterms:W3CDTF">2025-12-07T14:36:51Z</dcterms:modified>
</cp:coreProperties>
</file>