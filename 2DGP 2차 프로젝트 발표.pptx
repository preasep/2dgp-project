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62" r:id="rId3"/>
    <p:sldId id="263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34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0B23A8-2401-4D20-BFBC-9C4814751C20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B17FE9-E088-4279-93C5-01701614A3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219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A06024-B994-1813-C9B1-EAE76C3CEC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1B3689-E6F1-935D-B71D-57EEA31C7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BA438A-0758-2825-548F-88A621E2B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9CC54-0A07-4848-8C7B-9A25DF2AE1A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8FBB68-AF0B-20FD-5A3D-34B3866CA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E1D7B9-CB4E-6AC9-0415-199FB3904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8A35-285D-4559-9770-13F3EBE8A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1154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7011B7-93E7-EF09-D3A2-7B78B9505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2C3424-F20B-CC91-B3D3-1883B6785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F8BFEE-CEDD-C7FF-E4C4-0481AD5E1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9CC54-0A07-4848-8C7B-9A25DF2AE1A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506211-A7F9-71B4-3F59-3D23FCFF7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8586DE-6892-3E86-9CD8-18CC61C95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8A35-285D-4559-9770-13F3EBE8A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906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542917-D967-B7B4-3D81-4C0F4AA6A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5819EB-AAAE-740C-AF63-F79737C24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38A31E-299D-DDDE-6A56-CA8AE40C0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9CC54-0A07-4848-8C7B-9A25DF2AE1A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1B6EF5-3209-12F7-D2DD-2127E5DF2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8394FD-33E5-EF4D-1D0D-D362CD852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8A35-285D-4559-9770-13F3EBE8A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251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D51066-6678-D717-A3A7-96FB97B6E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0DA498-BC60-F740-0D5E-9170F18DCF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9169FB-CAE4-F926-3570-9C0CE40478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DFEC4B-144C-1776-A2D5-63D7A7405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9CC54-0A07-4848-8C7B-9A25DF2AE1A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3F02F9-4042-8256-D673-D4030C06E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F25737-0CF0-F2FD-D519-78531877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8A35-285D-4559-9770-13F3EBE8A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857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3D3C67-2C82-09EA-2030-3EB4257AC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E91C07-BD75-8713-72B9-86498E28B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59AD1D-AF63-743A-D192-3132CEB2C1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F23E2AA-37C2-AA90-93F2-E633A56205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EBC523A-333D-9D90-029C-9706987A10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A1E488C-3AF9-B044-C19C-37A68FC14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9CC54-0A07-4848-8C7B-9A25DF2AE1A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33EF37C-4A21-F985-1456-D5F4CAF38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EE50C3C-BD47-C95D-5912-B855A4005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8A35-285D-4559-9770-13F3EBE8A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2016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EA43BC-F8B2-DAF3-B964-1BFC998D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7B22E9C-6C13-6D1D-F7AD-C9AF7AE5E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9CC54-0A07-4848-8C7B-9A25DF2AE1A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A53A3E6-4667-C781-448B-FE875795C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A99A6A-7257-48F2-084D-63786944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8A35-285D-4559-9770-13F3EBE8A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815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978F751-F86D-305A-3659-CCA29B7DC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9CC54-0A07-4848-8C7B-9A25DF2AE1A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51E3E1E-F9E5-1AAF-2996-2BAEB01E9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741EA6-AC8A-C845-FA6D-574B67D7A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8A35-285D-4559-9770-13F3EBE8A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9658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B59585-F4CE-CC50-E0D9-6CFA9D85B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A774EA-56D3-91CA-B5E0-C6CE061EA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E12B1F-0168-2516-9A1C-13C940C5D1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3A5F07-C22B-A7D9-1086-CDDC21C75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9CC54-0A07-4848-8C7B-9A25DF2AE1A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DCE111-E74B-DFB1-C9D4-E9F3F831F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E0DA0C-D539-DA99-D901-7F3E88744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8A35-285D-4559-9770-13F3EBE8A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3406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07029C-543D-08F2-B020-539EF27B4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7890C5E-0B4C-F936-5043-16D71DCEBB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ACF633B-DCDB-7317-7D0B-B084385E58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8AD491-9599-1453-A3F2-CDBF9A2B8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9CC54-0A07-4848-8C7B-9A25DF2AE1A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ABFC63-D98D-C11C-8F8B-EE15FCDD3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F4C80A-10FF-3F58-68D9-CC30F2066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8A35-285D-4559-9770-13F3EBE8A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0844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945FCF-D2D6-0B87-FA47-894BB2ED0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D55535-E154-E567-4521-4643C4890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B59E2B-DF51-D51D-1E4D-12AB31C3A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9CC54-0A07-4848-8C7B-9A25DF2AE1A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DA58C1-DA94-F575-365F-AEE353D57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6AA22C-05FE-5ACB-0FFE-2FDF91DD8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8A35-285D-4559-9770-13F3EBE8A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184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907688A-C20A-9BF4-F61A-D4F11202CD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A727447-C8FE-4A82-BFAB-E898FCC766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3A1C25-D089-8EAB-C866-4AF06ACC0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9CC54-0A07-4848-8C7B-9A25DF2AE1A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498287-5CFE-6E5C-3CCD-6D6974129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5D8CFD-7D7B-1C93-1CD7-20104483D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8A35-285D-4559-9770-13F3EBE8A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6343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EF280D-333E-C40A-A6A4-3005BD5CC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F1C4CC-E156-8CEF-4F0E-8641FD7CE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CCCA3F-54D0-E417-1C77-2A36FA0CAD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99CC54-0A07-4848-8C7B-9A25DF2AE1A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928C6D-54C1-D3B8-4C47-FC93C7FE89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17F927-6382-64EE-0B8B-76AB5DEBE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318A35-285D-4559-9770-13F3EBE8A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5700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D4D348-8A80-8AB8-45C1-8126D6CB3C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02471"/>
            <a:ext cx="9144000" cy="2387600"/>
          </a:xfrm>
        </p:spPr>
        <p:txBody>
          <a:bodyPr/>
          <a:lstStyle/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2D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게임 프로그래밍</a:t>
            </a:r>
            <a:b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차 프로젝트 발표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11110E-3099-C226-6BCB-3D893E0B8E0F}"/>
              </a:ext>
            </a:extLst>
          </p:cNvPr>
          <p:cNvSpPr txBox="1"/>
          <p:nvPr/>
        </p:nvSpPr>
        <p:spPr>
          <a:xfrm>
            <a:off x="7730829" y="4008705"/>
            <a:ext cx="2204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2022182005  </a:t>
            </a:r>
            <a:r>
              <a:rPr lang="ko-KR" alt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김동관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DC4CEF5-3342-82C4-7274-24F41F2F8729}"/>
              </a:ext>
            </a:extLst>
          </p:cNvPr>
          <p:cNvCxnSpPr>
            <a:cxnSpLocks/>
          </p:cNvCxnSpPr>
          <p:nvPr/>
        </p:nvCxnSpPr>
        <p:spPr>
          <a:xfrm>
            <a:off x="2327936" y="3884666"/>
            <a:ext cx="753612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3879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5F883-E546-0443-5884-C873F9266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06AD6459-145F-A5FA-F166-D0F97746C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16082"/>
            <a:ext cx="10515600" cy="1325563"/>
          </a:xfrm>
        </p:spPr>
        <p:txBody>
          <a:bodyPr/>
          <a:lstStyle/>
          <a:p>
            <a:pPr algn="ctr"/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개발 진행 상황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06E7799-83CF-EEB4-69B6-1B8AE9DC016E}"/>
              </a:ext>
            </a:extLst>
          </p:cNvPr>
          <p:cNvCxnSpPr>
            <a:cxnSpLocks/>
          </p:cNvCxnSpPr>
          <p:nvPr/>
        </p:nvCxnSpPr>
        <p:spPr>
          <a:xfrm>
            <a:off x="838200" y="1061678"/>
            <a:ext cx="105156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408F955F-2F52-ECF5-9157-8A8C1CD59D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6588309"/>
              </p:ext>
            </p:extLst>
          </p:nvPr>
        </p:nvGraphicFramePr>
        <p:xfrm>
          <a:off x="718019" y="1128374"/>
          <a:ext cx="10635781" cy="550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9168">
                  <a:extLst>
                    <a:ext uri="{9D8B030D-6E8A-4147-A177-3AD203B41FA5}">
                      <a16:colId xmlns:a16="http://schemas.microsoft.com/office/drawing/2014/main" val="1466137460"/>
                    </a:ext>
                  </a:extLst>
                </a:gridCol>
                <a:gridCol w="799973">
                  <a:extLst>
                    <a:ext uri="{9D8B030D-6E8A-4147-A177-3AD203B41FA5}">
                      <a16:colId xmlns:a16="http://schemas.microsoft.com/office/drawing/2014/main" val="780737739"/>
                    </a:ext>
                  </a:extLst>
                </a:gridCol>
                <a:gridCol w="8030198">
                  <a:extLst>
                    <a:ext uri="{9D8B030D-6E8A-4147-A177-3AD203B41FA5}">
                      <a16:colId xmlns:a16="http://schemas.microsoft.com/office/drawing/2014/main" val="3331804118"/>
                    </a:ext>
                  </a:extLst>
                </a:gridCol>
                <a:gridCol w="946442">
                  <a:extLst>
                    <a:ext uri="{9D8B030D-6E8A-4147-A177-3AD203B41FA5}">
                      <a16:colId xmlns:a16="http://schemas.microsoft.com/office/drawing/2014/main" val="423677182"/>
                    </a:ext>
                  </a:extLst>
                </a:gridCol>
              </a:tblGrid>
              <a:tr h="2708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진행률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158542"/>
                  </a:ext>
                </a:extLst>
              </a:tr>
              <a:tr h="25877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리소스 확보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90%</a:t>
                      </a:r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025262"/>
                  </a:ext>
                </a:extLst>
              </a:tr>
              <a:tr h="2587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플레이어 캐릭터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몬스터 리소스 확보 완료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935376"/>
                  </a:ext>
                </a:extLst>
              </a:tr>
              <a:tr h="25877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r>
                        <a:rPr lang="ko-KR" altLang="en-US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우주선 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UI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구현 및 추가적인 리소스 탐색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70%</a:t>
                      </a:r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834332"/>
                  </a:ext>
                </a:extLst>
              </a:tr>
              <a:tr h="2587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우주선 배경 이미지만 확보되었음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우주선에 있어야 할 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UI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는 아직 구현되지 않았음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</a:t>
                      </a:r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305633"/>
                  </a:ext>
                </a:extLst>
              </a:tr>
              <a:tr h="25877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r>
                        <a:rPr lang="ko-KR" altLang="en-US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 dirty="0" err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파밍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스테이지 제작 및 플레이어의 이동과 공격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레벨 업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50%</a:t>
                      </a:r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4904402"/>
                  </a:ext>
                </a:extLst>
              </a:tr>
              <a:tr h="2587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 dirty="0" err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파밍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스테이지 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50%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구현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검을 사용하는 캐릭터의 이동과 공격만 구현되었음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</a:t>
                      </a:r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19556"/>
                  </a:ext>
                </a:extLst>
              </a:tr>
              <a:tr h="25877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r>
                        <a:rPr lang="ko-KR" altLang="en-US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우주선에 무기 제작 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&amp;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강화 시스템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스킬 습득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0%</a:t>
                      </a:r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868281"/>
                  </a:ext>
                </a:extLst>
              </a:tr>
              <a:tr h="2587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무기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스킬 이미지 리소스 준비 미흡 및 개발 계획 미준수로 인해 아직 구현된 내용이 없음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</a:t>
                      </a:r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734153"/>
                  </a:ext>
                </a:extLst>
              </a:tr>
              <a:tr h="25877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</a:t>
                      </a:r>
                      <a:r>
                        <a:rPr lang="ko-KR" altLang="en-US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플레이어 스킬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845330"/>
                  </a:ext>
                </a:extLst>
              </a:tr>
              <a:tr h="2587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901155"/>
                  </a:ext>
                </a:extLst>
              </a:tr>
              <a:tr h="25877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</a:t>
                      </a:r>
                      <a:r>
                        <a:rPr lang="ko-KR" altLang="en-US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주차</a:t>
                      </a:r>
                      <a:endParaRPr lang="en-US" altLang="ko-KR" sz="13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유물 스테이지 제작 및 유물 스테이지 마지막에 플레이어 선택지 추가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9541092"/>
                  </a:ext>
                </a:extLst>
              </a:tr>
              <a:tr h="2587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666890"/>
                  </a:ext>
                </a:extLst>
              </a:tr>
              <a:tr h="25877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7</a:t>
                      </a:r>
                      <a:r>
                        <a:rPr lang="ko-KR" altLang="en-US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주차</a:t>
                      </a:r>
                      <a:endParaRPr lang="en-US" altLang="ko-KR" sz="13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보스 스테이지 제작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631410"/>
                  </a:ext>
                </a:extLst>
              </a:tr>
              <a:tr h="2587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170732"/>
                  </a:ext>
                </a:extLst>
              </a:tr>
              <a:tr h="25877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8</a:t>
                      </a:r>
                      <a:r>
                        <a:rPr lang="ko-KR" altLang="en-US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주차</a:t>
                      </a:r>
                      <a:endParaRPr lang="en-US" altLang="ko-KR" sz="13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스토리 추가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554344"/>
                  </a:ext>
                </a:extLst>
              </a:tr>
              <a:tr h="2587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010889"/>
                  </a:ext>
                </a:extLst>
              </a:tr>
              <a:tr h="25877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9</a:t>
                      </a:r>
                      <a:r>
                        <a:rPr lang="ko-KR" altLang="en-US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주차</a:t>
                      </a:r>
                      <a:endParaRPr lang="en-US" altLang="ko-KR" sz="13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버그 수정 등 최종 점검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197417"/>
                  </a:ext>
                </a:extLst>
              </a:tr>
              <a:tr h="2587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b="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291530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9C4EF244-3197-91E4-7A45-FB11B1467011}"/>
              </a:ext>
            </a:extLst>
          </p:cNvPr>
          <p:cNvSpPr txBox="1">
            <a:spLocks/>
          </p:cNvSpPr>
          <p:nvPr/>
        </p:nvSpPr>
        <p:spPr>
          <a:xfrm>
            <a:off x="838200" y="1554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평균 </a:t>
            </a:r>
            <a:r>
              <a:rPr lang="en-US" altLang="ko-KR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52.5%</a:t>
            </a:r>
            <a:endParaRPr lang="ko-KR" altLang="en-US" sz="2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0739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A0878-7F93-6080-4D70-FA95A8DF8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A86E6948-CF17-4D00-28A4-1780F8D26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5835"/>
            <a:ext cx="10515600" cy="1325563"/>
          </a:xfrm>
        </p:spPr>
        <p:txBody>
          <a:bodyPr/>
          <a:lstStyle/>
          <a:p>
            <a:pPr algn="ctr"/>
            <a:r>
              <a:rPr lang="en-US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Github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커밋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통계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886715D-73F6-AFD1-5D0B-C78633DD6BD9}"/>
              </a:ext>
            </a:extLst>
          </p:cNvPr>
          <p:cNvCxnSpPr>
            <a:cxnSpLocks/>
          </p:cNvCxnSpPr>
          <p:nvPr/>
        </p:nvCxnSpPr>
        <p:spPr>
          <a:xfrm>
            <a:off x="838200" y="1061678"/>
            <a:ext cx="105156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041F03B5-4C14-C85C-9DE1-F809E9A2E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856" y="1338799"/>
            <a:ext cx="10322289" cy="550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992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170</Words>
  <Application>Microsoft Office PowerPoint</Application>
  <PresentationFormat>와이드스크린</PresentationFormat>
  <Paragraphs>51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Noto Sans KR</vt:lpstr>
      <vt:lpstr>맑은 고딕</vt:lpstr>
      <vt:lpstr>Arial</vt:lpstr>
      <vt:lpstr>Office 테마</vt:lpstr>
      <vt:lpstr>2D게임 프로그래밍 2차 프로젝트 발표</vt:lpstr>
      <vt:lpstr>프로젝트 개발 진행 상황</vt:lpstr>
      <vt:lpstr>Github 커밋 통계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rease P</dc:creator>
  <cp:lastModifiedBy>rease P</cp:lastModifiedBy>
  <cp:revision>29</cp:revision>
  <dcterms:created xsi:type="dcterms:W3CDTF">2025-09-28T18:05:21Z</dcterms:created>
  <dcterms:modified xsi:type="dcterms:W3CDTF">2025-11-09T21:19:52Z</dcterms:modified>
</cp:coreProperties>
</file>